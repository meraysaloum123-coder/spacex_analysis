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57" r:id="rId7"/>
    <p:sldId id="262" r:id="rId8"/>
    <p:sldId id="263" r:id="rId9"/>
  </p:sldIdLst>
  <p:sldSz cx="12192000" cy="6858000"/>
  <p:notesSz cx="6858000" cy="9144000"/>
  <p:defaultTextStyle>
    <a:defPPr>
      <a:defRPr lang="ar-S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8" autoAdjust="0"/>
    <p:restoredTop sz="86424" autoAdjust="0"/>
  </p:normalViewPr>
  <p:slideViewPr>
    <p:cSldViewPr snapToGrid="0">
      <p:cViewPr varScale="1">
        <p:scale>
          <a:sx n="73" d="100"/>
          <a:sy n="73" d="100"/>
        </p:scale>
        <p:origin x="1392" y="62"/>
      </p:cViewPr>
      <p:guideLst/>
    </p:cSldViewPr>
  </p:slideViewPr>
  <p:outlineViewPr>
    <p:cViewPr>
      <p:scale>
        <a:sx n="33" d="100"/>
        <a:sy n="33" d="100"/>
      </p:scale>
      <p:origin x="0" y="-46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BE75-ED3B-FF95-594E-7BDFD9CBA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0EFF1-47B7-C436-418E-CA78E9A23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6CDB-5CA6-F216-DF22-F16DFBF1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53A4F-822D-C7EE-ED42-C635D721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CAE7A-B831-A763-93C9-5C7073B5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4202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6559-085A-941C-1249-7ED14CD0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B702-0C5B-6DD4-024C-FDB8869F9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C6321-C2B0-6776-C707-9D691007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6461A-9DC5-C1F9-5B1F-7DC8B870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DEDD-C81D-D189-25A2-4E7DE884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03446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8C44-FEB9-169E-2FB0-B4E9DC65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76CA9-C5C2-1A84-D66C-5595D361B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5E517-3580-9B79-D06D-58800778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9CC41-A1E0-3418-839D-A69E0ABA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5228-9D0C-0021-5BA6-B45BC477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54764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40CA-E0D5-F12F-88A5-F032BB0B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7859E-133C-59B5-6C47-01E3F60A8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C957F-0722-ABEB-020B-6100DA462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78090-AC82-71D1-6BE6-D8E05177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2727E-B431-0CB8-5492-81A02FAF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90A93-194F-9C40-E9A4-73728902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66009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9924-560D-DB39-15D3-2DFA406C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FB746-8177-EAFB-A963-C4DD08BA5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007D1-7B3C-EF92-9665-2E011C890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B478F-C9E4-B785-9145-59D8CFCDB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52A5BE-AC60-7DCD-F6B7-CC99286C7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212D3-48D1-4438-8145-E9F4D45E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36051-437D-4CBE-B33C-8EA24EB6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8533B-928E-3B17-FF19-703F7751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7496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4779-B16D-9822-CC0B-8E0193EB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E1873-1130-9D22-FCA9-BB98D6BE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58BB4-DEBC-9BA6-3379-EDB0FCA1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CB0F4-E614-4EFA-CF3B-3D37EC48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20901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49251-D223-ECC1-3AD8-FABC1E7B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53B05B-5154-D33E-A57E-CE61286E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B44F5-7E4B-42A2-0343-4960A8E4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59931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273B-9F6A-9731-7923-A0EC298B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CA87E-677F-EDB9-53D0-6C9EE89E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A54AA-6A6C-AD4F-D132-C8BEB376B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6A1B0-51D2-F36C-5CD2-2BD29355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D205B-316B-104C-1C4F-BFA9F1A0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19877-42C6-0DC8-B615-71200379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1406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66AA-2948-2A6C-5E34-1F034F7E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EDE114-5835-86D6-68FB-9003279F6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6210E-0F43-90FA-2020-1E8B05E65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BB9EB-5800-A3A3-B222-93BEC899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0E66F-193E-29D0-61B2-8EB5B48D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6A9DD-240A-9AF9-836C-511237DF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33900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7F9D-61C6-534D-D624-F26FEC0A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23473-B8E4-E3B1-B250-ABB832D25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15C0E-10A6-3D5E-B624-568F9D07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54B0C-F1D2-079B-A514-0610E752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CBFD-6339-09ED-53E0-59C8C9F6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3679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D11090-79A9-A585-6E78-8137B49EC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2F5EE-64EB-0593-A280-61C882291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07F0-698E-B556-DCF9-053A62A7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2757F-3FDB-6E57-7FDE-32E9D04A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8568B-C93C-86CA-CE66-BE716A17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41767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33D80-ED13-7E0F-E922-3B9EC24E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1E40A-1677-37E6-5E05-AB453ED2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2069-3947-E706-0C58-4B2C757FE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64ECF-2981-45E4-A604-247A22E0E7AD}" type="datetimeFigureOut">
              <a:rPr lang="ar-SY" smtClean="0"/>
              <a:t>16/12/1447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3CE2-FDAC-9B7A-1A7A-D03FFD4FA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4DC82-916E-4079-F2F7-A6E1A162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55363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5F0B-375A-C88D-D3E9-FAE249B812D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2"/>
            <a:ext cx="11529848" cy="295565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SpaceX Launch Success Prediction</a:t>
            </a:r>
            <a:br>
              <a:rPr lang="en-US" dirty="0"/>
            </a:br>
            <a:r>
              <a:rPr lang="en-US" dirty="0"/>
              <a:t>Final Report &amp; Presentation</a:t>
            </a:r>
            <a:br>
              <a:rPr lang="en-US" dirty="0"/>
            </a:b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44652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0DF5-4169-B996-CAE9-05F8681A8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A63F84-A741-979C-E6E0-CCC161B99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88122" y="2471132"/>
            <a:ext cx="9228937" cy="306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 rtl="1">
              <a:buNone/>
            </a:pPr>
            <a:r>
              <a:rPr lang="en-US" dirty="0"/>
              <a:t>1. </a:t>
            </a:r>
            <a:r>
              <a:rPr lang="en-US" dirty="0" err="1"/>
              <a:t>المشكلة</a:t>
            </a:r>
            <a:r>
              <a:rPr lang="en-US" dirty="0"/>
              <a:t> </a:t>
            </a:r>
            <a:r>
              <a:rPr lang="en-US" dirty="0" err="1"/>
              <a:t>والهدف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نجاح</a:t>
            </a:r>
            <a:r>
              <a:rPr lang="en-US" dirty="0"/>
              <a:t> </a:t>
            </a:r>
            <a:r>
              <a:rPr lang="en-US" dirty="0" err="1"/>
              <a:t>هبوط</a:t>
            </a:r>
            <a:r>
              <a:rPr lang="en-US" dirty="0"/>
              <a:t> </a:t>
            </a:r>
            <a:r>
              <a:rPr lang="en-US" dirty="0" err="1"/>
              <a:t>ال</a:t>
            </a:r>
            <a:r>
              <a:rPr lang="en-US" dirty="0"/>
              <a:t>ـ Booster </a:t>
            </a:r>
            <a:r>
              <a:rPr lang="en-US" dirty="0" err="1"/>
              <a:t>يقلل</a:t>
            </a:r>
            <a:r>
              <a:rPr lang="en-US" dirty="0"/>
              <a:t> </a:t>
            </a:r>
            <a:r>
              <a:rPr lang="en-US" dirty="0" err="1"/>
              <a:t>التكلفة</a:t>
            </a:r>
            <a:r>
              <a:rPr lang="en-US" dirty="0"/>
              <a:t> </a:t>
            </a:r>
            <a:r>
              <a:rPr lang="en-US" dirty="0" err="1"/>
              <a:t>لأن</a:t>
            </a:r>
            <a:r>
              <a:rPr lang="en-US" dirty="0"/>
              <a:t> </a:t>
            </a:r>
            <a:r>
              <a:rPr lang="en-US" dirty="0" err="1"/>
              <a:t>المرحلة</a:t>
            </a:r>
            <a:r>
              <a:rPr lang="en-US" dirty="0"/>
              <a:t> </a:t>
            </a:r>
            <a:r>
              <a:rPr lang="en-US" dirty="0" err="1"/>
              <a:t>الأولى</a:t>
            </a:r>
            <a:r>
              <a:rPr lang="en-US" dirty="0"/>
              <a:t> </a:t>
            </a:r>
            <a:r>
              <a:rPr lang="en-US" dirty="0" err="1"/>
              <a:t>قابلة</a:t>
            </a:r>
            <a:r>
              <a:rPr lang="en-US" dirty="0"/>
              <a:t> </a:t>
            </a:r>
            <a:r>
              <a:rPr lang="en-US" dirty="0" err="1"/>
              <a:t>لإعادة</a:t>
            </a:r>
            <a:r>
              <a:rPr lang="en-US" dirty="0"/>
              <a:t> </a:t>
            </a:r>
            <a:r>
              <a:rPr lang="en-US" dirty="0" err="1"/>
              <a:t>الاستخدام</a:t>
            </a:r>
            <a:r>
              <a:rPr lang="en-US" dirty="0"/>
              <a:t>.</a:t>
            </a:r>
          </a:p>
          <a:p>
            <a:pPr marL="0" indent="0" algn="r" rtl="1">
              <a:buNone/>
            </a:pPr>
            <a:r>
              <a:rPr lang="en-US" dirty="0" err="1"/>
              <a:t>المطلوب</a:t>
            </a:r>
            <a:r>
              <a:rPr lang="en-US" dirty="0"/>
              <a:t>: </a:t>
            </a:r>
            <a:r>
              <a:rPr lang="en-US" dirty="0" err="1"/>
              <a:t>تصنيف</a:t>
            </a:r>
            <a:r>
              <a:rPr lang="en-US" dirty="0"/>
              <a:t> </a:t>
            </a:r>
            <a:r>
              <a:rPr lang="en-US" dirty="0" err="1"/>
              <a:t>ثنائي</a:t>
            </a:r>
            <a:endParaRPr lang="en-US" dirty="0"/>
          </a:p>
          <a:p>
            <a:pPr marL="0" indent="0" algn="r">
              <a:buNone/>
            </a:pPr>
            <a:r>
              <a:rPr lang="en-US" dirty="0"/>
              <a:t>0 = </a:t>
            </a:r>
            <a:r>
              <a:rPr lang="en-US" dirty="0" err="1"/>
              <a:t>فشل</a:t>
            </a:r>
            <a:r>
              <a:rPr lang="en-US" dirty="0"/>
              <a:t> </a:t>
            </a:r>
            <a:r>
              <a:rPr lang="en-US" dirty="0" err="1"/>
              <a:t>الهبوط</a:t>
            </a:r>
            <a:endParaRPr lang="en-US" dirty="0"/>
          </a:p>
          <a:p>
            <a:pPr marL="0" indent="0" algn="r">
              <a:buNone/>
            </a:pPr>
            <a:r>
              <a:rPr lang="en-US" dirty="0"/>
              <a:t>1 = </a:t>
            </a:r>
            <a:r>
              <a:rPr lang="en-US" dirty="0" err="1"/>
              <a:t>نجاح</a:t>
            </a:r>
            <a:r>
              <a:rPr lang="en-US" dirty="0"/>
              <a:t> </a:t>
            </a:r>
            <a:r>
              <a:rPr lang="en-US" dirty="0" err="1"/>
              <a:t>الهبوط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المشروع</a:t>
            </a:r>
            <a:r>
              <a:rPr lang="en-US" dirty="0"/>
              <a:t>: </a:t>
            </a:r>
            <a:r>
              <a:rPr lang="en-US" dirty="0" err="1"/>
              <a:t>التنبؤ</a:t>
            </a:r>
            <a:r>
              <a:rPr lang="en-US" dirty="0"/>
              <a:t> </a:t>
            </a:r>
            <a:r>
              <a:rPr lang="en-US" dirty="0" err="1"/>
              <a:t>بالنجاح</a:t>
            </a:r>
            <a:r>
              <a:rPr lang="en-US" dirty="0"/>
              <a:t> </a:t>
            </a:r>
            <a:r>
              <a:rPr lang="en-US" dirty="0" err="1"/>
              <a:t>باستخدام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الإطلاق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10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E225-916B-7A65-8398-57BE9CC6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1B15-BCD7-5E07-C9E1-56D131D9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SpaceX API v4:بيانات </a:t>
            </a:r>
            <a:r>
              <a:rPr lang="en-US" dirty="0" err="1"/>
              <a:t>إطلاقات</a:t>
            </a:r>
            <a:r>
              <a:rPr lang="en-US" dirty="0"/>
              <a:t> </a:t>
            </a:r>
            <a:r>
              <a:rPr lang="en-US" dirty="0" err="1"/>
              <a:t>حقيقية</a:t>
            </a:r>
            <a:r>
              <a:rPr lang="en-US" dirty="0"/>
              <a:t> </a:t>
            </a:r>
            <a:r>
              <a:rPr lang="en-US" dirty="0" err="1"/>
              <a:t>مبنية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launches - rockets - launchpads - payloads</a:t>
            </a:r>
          </a:p>
          <a:p>
            <a:pPr marL="0" indent="0">
              <a:buNone/>
            </a:pPr>
            <a:r>
              <a:rPr lang="en-US" dirty="0"/>
              <a:t>IBM Data Science Capstone</a:t>
            </a:r>
          </a:p>
          <a:p>
            <a:pPr marL="0" indent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80268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7E26-267B-6AAF-83A9-5BE0F272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5BE92F-6B0D-0FBC-41B3-81810D8C54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812" y="2533956"/>
            <a:ext cx="10663988" cy="35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 rtl="1">
              <a:buNone/>
            </a:pPr>
            <a:r>
              <a:rPr lang="en-US" dirty="0"/>
              <a:t>2. </a:t>
            </a:r>
            <a:r>
              <a:rPr lang="en-US" dirty="0" err="1"/>
              <a:t>مصادر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SpaceX API v4</a:t>
            </a:r>
          </a:p>
          <a:p>
            <a:pPr marL="0" indent="0" algn="r" rtl="1">
              <a:buNone/>
            </a:pP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تأتي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عدة</a:t>
            </a:r>
            <a:r>
              <a:rPr lang="en-US" dirty="0"/>
              <a:t> endpoints:</a:t>
            </a:r>
          </a:p>
          <a:p>
            <a:pPr marL="0" indent="0" algn="r" rtl="1">
              <a:buNone/>
            </a:pPr>
            <a:r>
              <a:rPr lang="en-US" dirty="0"/>
              <a:t>- launches</a:t>
            </a:r>
          </a:p>
          <a:p>
            <a:pPr marL="0" indent="0" algn="r" rtl="1">
              <a:buNone/>
            </a:pPr>
            <a:r>
              <a:rPr lang="en-US" dirty="0"/>
              <a:t>- rockets</a:t>
            </a:r>
          </a:p>
          <a:p>
            <a:pPr marL="0" indent="0" algn="r" rtl="1">
              <a:buNone/>
            </a:pPr>
            <a:r>
              <a:rPr lang="en-US" dirty="0"/>
              <a:t>- launchpads</a:t>
            </a:r>
          </a:p>
          <a:p>
            <a:pPr marL="0" indent="0" algn="r" rtl="1">
              <a:buNone/>
            </a:pPr>
            <a:r>
              <a:rPr lang="en-US" dirty="0"/>
              <a:t>- payloads</a:t>
            </a:r>
          </a:p>
          <a:p>
            <a:pPr marL="0" indent="0" algn="r" rtl="1">
              <a:buNone/>
            </a:pPr>
            <a:r>
              <a:rPr lang="en-US" dirty="0" err="1"/>
              <a:t>لذلك</a:t>
            </a:r>
            <a:r>
              <a:rPr lang="en-US" dirty="0"/>
              <a:t> </a:t>
            </a:r>
            <a:r>
              <a:rPr lang="en-US" dirty="0" err="1"/>
              <a:t>تم</a:t>
            </a:r>
            <a:r>
              <a:rPr lang="en-US" dirty="0"/>
              <a:t> </a:t>
            </a:r>
            <a:r>
              <a:rPr lang="en-US" dirty="0" err="1"/>
              <a:t>دمج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خطوة</a:t>
            </a:r>
            <a:r>
              <a:rPr lang="en-US" dirty="0"/>
              <a:t> Data Wrangling.</a:t>
            </a:r>
          </a:p>
        </p:txBody>
      </p:sp>
    </p:spTree>
    <p:extLst>
      <p:ext uri="{BB962C8B-B14F-4D97-AF65-F5344CB8AC3E}">
        <p14:creationId xmlns:p14="http://schemas.microsoft.com/office/powerpoint/2010/main" val="110091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5814-F082-3ABB-ABC1-A9E103B4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63964-253F-CFA3-0D4F-83275539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en-US" dirty="0"/>
              <a:t>3. </a:t>
            </a:r>
            <a:r>
              <a:rPr lang="en-US" dirty="0" err="1"/>
              <a:t>أمثلة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SpaceX</a:t>
            </a:r>
          </a:p>
          <a:p>
            <a:pPr marL="0" indent="0" algn="r" rtl="1">
              <a:buNone/>
            </a:pPr>
            <a:r>
              <a:rPr lang="en-US" dirty="0"/>
              <a:t>- Falcon 9: reusable rocket with high success rate</a:t>
            </a:r>
          </a:p>
          <a:p>
            <a:pPr marL="0" indent="0" algn="r" rtl="1">
              <a:buNone/>
            </a:pPr>
            <a:r>
              <a:rPr lang="en-US" dirty="0"/>
              <a:t>- CCSFS SLC 40: one of the most used launch sites</a:t>
            </a:r>
          </a:p>
          <a:p>
            <a:pPr marL="0" indent="0" algn="r" rtl="1">
              <a:buNone/>
            </a:pPr>
            <a:r>
              <a:rPr lang="en-US" dirty="0"/>
              <a:t>- Starlink missions: frequent successful launches</a:t>
            </a:r>
          </a:p>
          <a:p>
            <a:pPr marL="0" indent="0" algn="r" rtl="1">
              <a:buNone/>
            </a:pPr>
            <a:r>
              <a:rPr lang="en-US" dirty="0" err="1"/>
              <a:t>هذه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حقيقية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SpaceX API.</a:t>
            </a:r>
          </a:p>
          <a:p>
            <a:pPr marL="0" indent="0" algn="r" rtl="1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82231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9A3F-4CFD-225C-530C-D9BB41BD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8F74-63BC-CB4F-7501-FFE65D471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en-US" dirty="0"/>
              <a:t>4. Data Wrangling</a:t>
            </a:r>
          </a:p>
          <a:p>
            <a:pPr marL="0" indent="0" algn="r" rtl="1">
              <a:buNone/>
            </a:pPr>
            <a:r>
              <a:rPr lang="en-US" dirty="0"/>
              <a:t>launches → rockets → launchpads → payloads → success</a:t>
            </a:r>
          </a:p>
          <a:p>
            <a:pPr marL="0" indent="0" algn="r" rtl="1">
              <a:buNone/>
            </a:pPr>
            <a:r>
              <a:rPr lang="en-US" dirty="0" err="1"/>
              <a:t>تحويل</a:t>
            </a:r>
            <a:r>
              <a:rPr lang="en-US" dirty="0"/>
              <a:t> IDs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أسماء</a:t>
            </a:r>
            <a:r>
              <a:rPr lang="en-US" dirty="0"/>
              <a:t> </a:t>
            </a:r>
            <a:r>
              <a:rPr lang="en-US" dirty="0" err="1"/>
              <a:t>مفهومة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استخراج</a:t>
            </a:r>
            <a:r>
              <a:rPr lang="en-US" dirty="0"/>
              <a:t> </a:t>
            </a:r>
            <a:r>
              <a:rPr lang="en-US" dirty="0" err="1"/>
              <a:t>payload_mass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تحويل</a:t>
            </a:r>
            <a:r>
              <a:rPr lang="en-US" dirty="0"/>
              <a:t> success </a:t>
            </a:r>
            <a:r>
              <a:rPr lang="en-US" dirty="0" err="1"/>
              <a:t>إلى</a:t>
            </a:r>
            <a:r>
              <a:rPr lang="en-US" dirty="0"/>
              <a:t> 0/1</a:t>
            </a:r>
          </a:p>
          <a:p>
            <a:pPr marL="0" indent="0" algn="r" rtl="1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41709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39C758-8F32-B88A-9E38-901287B94EA3}"/>
              </a:ext>
            </a:extLst>
          </p:cNvPr>
          <p:cNvSpPr txBox="1"/>
          <p:nvPr/>
        </p:nvSpPr>
        <p:spPr>
          <a:xfrm>
            <a:off x="3048000" y="2124126"/>
            <a:ext cx="6096000" cy="3664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5. Machine Learning Models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Logistic Regression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Decision Tree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SVC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</a:t>
            </a: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VotingClassifier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(Hard Voting)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نقارن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النماذج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حسب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accuracy.</a:t>
            </a:r>
          </a:p>
        </p:txBody>
      </p:sp>
    </p:spTree>
    <p:extLst>
      <p:ext uri="{BB962C8B-B14F-4D97-AF65-F5344CB8AC3E}">
        <p14:creationId xmlns:p14="http://schemas.microsoft.com/office/powerpoint/2010/main" val="214341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0C1C-DFCD-D06B-9458-2A4A4E1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5826"/>
          </a:xfrm>
        </p:spPr>
        <p:txBody>
          <a:bodyPr/>
          <a:lstStyle/>
          <a:p>
            <a:endParaRPr lang="ar-S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01052-4BD9-3E99-78E8-46A92290A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58189"/>
            <a:ext cx="9144000" cy="2899611"/>
          </a:xfrm>
        </p:spPr>
        <p:txBody>
          <a:bodyPr>
            <a:noAutofit/>
          </a:bodyPr>
          <a:lstStyle/>
          <a:p>
            <a:pPr algn="r" rtl="1"/>
            <a:r>
              <a:rPr lang="en-US" sz="2800" dirty="0"/>
              <a:t>6. </a:t>
            </a:r>
            <a:r>
              <a:rPr lang="en-US" sz="2800" dirty="0" err="1"/>
              <a:t>الخلاصة</a:t>
            </a:r>
            <a:endParaRPr lang="en-US" sz="2800" dirty="0"/>
          </a:p>
          <a:p>
            <a:pPr algn="r" rtl="1"/>
            <a:r>
              <a:rPr lang="en-US" sz="2800" dirty="0" err="1"/>
              <a:t>تم</a:t>
            </a:r>
            <a:r>
              <a:rPr lang="en-US" sz="2800" dirty="0"/>
              <a:t> </a:t>
            </a:r>
            <a:r>
              <a:rPr lang="en-US" sz="2800" dirty="0" err="1"/>
              <a:t>بناء</a:t>
            </a:r>
            <a:r>
              <a:rPr lang="en-US" sz="2800" dirty="0"/>
              <a:t> </a:t>
            </a:r>
            <a:r>
              <a:rPr lang="en-US" sz="2800" dirty="0" err="1"/>
              <a:t>مشروع</a:t>
            </a:r>
            <a:r>
              <a:rPr lang="en-US" sz="2800" dirty="0"/>
              <a:t> </a:t>
            </a:r>
            <a:r>
              <a:rPr lang="en-US" sz="2800" dirty="0" err="1"/>
              <a:t>تحليل</a:t>
            </a:r>
            <a:r>
              <a:rPr lang="en-US" sz="2800" dirty="0"/>
              <a:t> </a:t>
            </a:r>
            <a:r>
              <a:rPr lang="en-US" sz="2800" dirty="0" err="1"/>
              <a:t>كامل</a:t>
            </a:r>
            <a:r>
              <a:rPr lang="en-US" sz="2800" dirty="0"/>
              <a:t> </a:t>
            </a:r>
            <a:r>
              <a:rPr lang="en-US" sz="2800" dirty="0" err="1"/>
              <a:t>من</a:t>
            </a:r>
            <a:r>
              <a:rPr lang="en-US" sz="2800" dirty="0"/>
              <a:t> API </a:t>
            </a:r>
            <a:r>
              <a:rPr lang="en-US" sz="2800" dirty="0" err="1"/>
              <a:t>إلى</a:t>
            </a:r>
            <a:r>
              <a:rPr lang="en-US" sz="2800" dirty="0"/>
              <a:t> </a:t>
            </a:r>
            <a:r>
              <a:rPr lang="en-US" sz="2800" dirty="0" err="1"/>
              <a:t>نموذج</a:t>
            </a:r>
            <a:r>
              <a:rPr lang="en-US" sz="2800" dirty="0"/>
              <a:t> </a:t>
            </a:r>
            <a:r>
              <a:rPr lang="en-US" sz="2800" dirty="0" err="1"/>
              <a:t>تنبؤ</a:t>
            </a:r>
            <a:r>
              <a:rPr lang="en-US" sz="2800" dirty="0"/>
              <a:t>.</a:t>
            </a:r>
          </a:p>
          <a:p>
            <a:pPr algn="r" rtl="1"/>
            <a:endParaRPr lang="ar-SY" sz="2800" dirty="0"/>
          </a:p>
        </p:txBody>
      </p:sp>
    </p:spTree>
    <p:extLst>
      <p:ext uri="{BB962C8B-B14F-4D97-AF65-F5344CB8AC3E}">
        <p14:creationId xmlns:p14="http://schemas.microsoft.com/office/powerpoint/2010/main" val="215929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205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SpaceX Launch Success Prediction Final Report &amp; Presentation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Launch Success Prediction Final Report &amp; Presentation </dc:title>
  <dc:creator>Eng.Meray</dc:creator>
  <cp:lastModifiedBy>DISC-USER7</cp:lastModifiedBy>
  <cp:revision>2</cp:revision>
  <dcterms:created xsi:type="dcterms:W3CDTF">2026-05-31T15:05:24Z</dcterms:created>
  <dcterms:modified xsi:type="dcterms:W3CDTF">2026-06-01T11:22:12Z</dcterms:modified>
</cp:coreProperties>
</file>